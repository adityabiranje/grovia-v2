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1300" r:id="rId3"/>
    <p:sldId id="1349" r:id="rId5"/>
    <p:sldId id="1291" r:id="rId6"/>
    <p:sldId id="1357" r:id="rId7"/>
    <p:sldId id="1350" r:id="rId8"/>
    <p:sldId id="1351" r:id="rId9"/>
    <p:sldId id="1352" r:id="rId10"/>
    <p:sldId id="1358" r:id="rId11"/>
    <p:sldId id="1353" r:id="rId12"/>
    <p:sldId id="1354" r:id="rId13"/>
    <p:sldId id="1355" r:id="rId14"/>
    <p:sldId id="1356" r:id="rId15"/>
    <p:sldId id="1250" r:id="rId16"/>
    <p:sldId id="1359" r:id="rId17"/>
    <p:sldId id="1360" r:id="rId18"/>
    <p:sldId id="1361" r:id="rId19"/>
  </p:sldIdLst>
  <p:sldSz cx="12192000" cy="6858000"/>
  <p:notesSz cx="6858000" cy="9144000"/>
  <p:custDataLst>
    <p:tags r:id="rId2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EFF"/>
    <a:srgbClr val="F9FFEB"/>
    <a:srgbClr val="EDFFC5"/>
    <a:srgbClr val="7FBA00"/>
    <a:srgbClr val="EBEEF9"/>
    <a:srgbClr val="213164"/>
    <a:srgbClr val="FED500"/>
    <a:srgbClr val="484F9E"/>
    <a:srgbClr val="F6AB1B"/>
    <a:srgbClr val="F7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" d="2"/>
          <a:sy n="1" d="2"/>
        </p:scale>
        <p:origin x="0" y="0"/>
      </p:cViewPr>
      <p:guideLst>
        <p:guide orient="horz" pos="792"/>
        <p:guide pos="192"/>
        <p:guide orient="horz" pos="10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5.xml"/><Relationship Id="rId25" Type="http://schemas.openxmlformats.org/officeDocument/2006/relationships/customXml" Target="../customXml/item3.xml"/><Relationship Id="rId24" Type="http://schemas.openxmlformats.org/officeDocument/2006/relationships/customXml" Target="../customXml/item2.xml"/><Relationship Id="rId23" Type="http://schemas.openxmlformats.org/officeDocument/2006/relationships/customXml" Target="../customXml/item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865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Let's delve deeper into the exciting world of sustainability and AI.</a:t>
            </a:r>
            <a:endParaRPr lang="en-US"/>
          </a:p>
          <a:p>
            <a:r>
              <a:rPr lang="en-US"/>
              <a:t>In this chapter, we'll explore how artificial intelligence can be a powerful tool for addressing environmental challenges and promoting sustainable practices. We'll discuss specific applications of AI in various sectors and analyze its potential to drive positive change.</a:t>
            </a:r>
            <a:endParaRPr lang="en-US"/>
          </a:p>
          <a:p>
            <a:r>
              <a:rPr lang="en-US" b="1"/>
              <a:t>Get ready to discover the innovative ways AI is contributing to a more sustainable future!</a:t>
            </a:r>
            <a:endParaRPr lang="en-US"/>
          </a:p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 panose="02020503050405090304"/>
              </a:rPr>
            </a:fld>
            <a:endParaRPr lang="en-US" sz="1400" b="0" strike="noStrike" spc="-1">
              <a:latin typeface="Times New Roman" panose="0202050305040509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Let's outline what you'll learn in this presentation.</a:t>
            </a:r>
            <a:endParaRPr lang="en-US"/>
          </a:p>
          <a:p>
            <a:r>
              <a:rPr lang="en-US"/>
              <a:t>By the end, you'll be able to: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/>
              <a:t>Understand how AI helps solve problems like climate change, resource depletion, and biodiversity loss.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/>
              <a:t>Identify key AI uses in energy efficiency, waste management, and climate change.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/>
              <a:t>Analyze AI's role in sustainable agriculture and cities.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/>
              <a:t>Evaluate AI's use in environmental monitoring using satellites, real-time data, and predictions.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/>
              <a:t>Apply AI strategies in logistics and transportation to make them more sustainable.</a:t>
            </a:r>
            <a:endParaRPr lang="en-US"/>
          </a:p>
          <a:p>
            <a:r>
              <a:rPr lang="en-US" b="1"/>
              <a:t>Get ready to discover how AI can help create a greener future!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 lang="en-US"/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 lang="en-US"/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 lang="en-US"/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 lang="en-US"/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 lang="en-US"/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 lang="en-US"/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 lang="en-US"/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 lang="en-US"/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 lang="en-US"/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 lang="en-US"/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 lang="en-US"/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 lang="en-US"/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 lang="en-US"/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 lang="en-US"/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 lang="en-US"/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 lang="en-US"/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 lang="en-US"/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 lang="en-US"/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 lang="en-US"/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 lang="en-US"/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 lang="en-US"/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Sustainability and AI</a:t>
            </a:r>
            <a:endParaRPr lang="en-US"/>
          </a:p>
          <a:p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 lang="en-US"/>
          </a:p>
          <a:p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 lang="en-US"/>
          </a:p>
          <a:p>
            <a:r>
              <a:rPr lang="en-US" b="1"/>
              <a:t>Examples: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 lang="en-US"/>
          </a:p>
          <a:p>
            <a:pPr>
              <a:buFont typeface="Arial" panose="020B0604020202090204" pitchFamily="34" charset="0"/>
              <a:buChar char="•"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 lang="en-US"/>
          </a:p>
          <a:p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8089E-5BFA-40F0-B876-ADFE03496B7F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122C-94FD-45B7-812A-8C690DBDD32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3.jpeg"/><Relationship Id="rId16" Type="http://schemas.openxmlformats.org/officeDocument/2006/relationships/image" Target="../media/image2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/>
          <p:cNvPicPr preferRelativeResize="0"/>
          <p:nvPr userDrawn="1"/>
        </p:nvPicPr>
        <p:blipFill rotWithShape="1">
          <a:blip r:embed="rId16"/>
          <a:srcRect/>
          <a:stretch>
            <a:fillRect/>
          </a:stretch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/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17">
            <a:alphaModFix amt="16000"/>
          </a:blip>
          <a:srcRect t="24724" r="1619" b="63695"/>
          <a:stretch>
            <a:fillRect/>
          </a:stretch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865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/>
          <p:cNvSpPr/>
          <p:nvPr/>
        </p:nvSpPr>
        <p:spPr>
          <a:xfrm>
            <a:off x="8687544" y="584200"/>
            <a:ext cx="2110444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4093474" y="2008766"/>
            <a:ext cx="7280118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en-US" sz="36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GROVIA: Intelligence That Sustains Trust</a:t>
            </a:r>
            <a:endParaRPr lang="en-US" altLang="en-US" sz="36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pic>
        <p:nvPicPr>
          <p:cNvPr id="19" name="Picture 18" descr="A close up of a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943" y="867733"/>
            <a:ext cx="1263157" cy="41083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917104" y="3494967"/>
            <a:ext cx="6347011" cy="21018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en-IN">
                <a:solidFill>
                  <a:schemeClr val="bg1"/>
                </a:solidFill>
              </a:rPr>
              <a:t>Aditya Biranje</a:t>
            </a:r>
            <a:endParaRPr lang="en-US" altLang="en-IN">
              <a:solidFill>
                <a:schemeClr val="bg1"/>
              </a:solidFill>
            </a:endParaRPr>
          </a:p>
          <a:p>
            <a:r>
              <a:rPr lang="en-US" altLang="en-IN">
                <a:solidFill>
                  <a:schemeClr val="bg1"/>
                </a:solidFill>
              </a:rPr>
              <a:t>Soham Jadhav </a:t>
            </a:r>
            <a:endParaRPr lang="en-US" altLang="en-IN">
              <a:solidFill>
                <a:schemeClr val="bg1"/>
              </a:solidFill>
            </a:endParaRPr>
          </a:p>
          <a:p>
            <a:r>
              <a:rPr lang="en-US" altLang="en-IN">
                <a:solidFill>
                  <a:schemeClr val="bg1"/>
                </a:solidFill>
              </a:rPr>
              <a:t>Joshua Theophilus</a:t>
            </a:r>
            <a:endParaRPr lang="en-IN" sz="1850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                                                         </a:t>
            </a:r>
            <a:r>
              <a:rPr lang="en-US" altLang="en-IN">
                <a:solidFill>
                  <a:schemeClr val="bg1"/>
                </a:solidFill>
              </a:rPr>
              <a:t>Prof.</a:t>
            </a:r>
            <a:r>
              <a:rPr lang="en-IN">
                <a:solidFill>
                  <a:schemeClr val="bg1"/>
                </a:solidFill>
              </a:rPr>
              <a:t> </a:t>
            </a:r>
            <a:r>
              <a:rPr lang="en-US" altLang="en-IN">
                <a:solidFill>
                  <a:schemeClr val="bg1"/>
                </a:solidFill>
              </a:rPr>
              <a:t>Sagar Yadav</a:t>
            </a:r>
            <a:endParaRPr lang="en-US" altLang="en-IN">
              <a:solidFill>
                <a:schemeClr val="bg1"/>
              </a:solidFill>
            </a:endParaRP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College Name -  </a:t>
            </a:r>
            <a:r>
              <a:rPr lang="en-US" altLang="en-IN">
                <a:solidFill>
                  <a:schemeClr val="bg1"/>
                </a:solidFill>
              </a:rPr>
              <a:t>Dr. D. Y. Patil School Of Science and Technology, Pune</a:t>
            </a:r>
            <a:endParaRPr lang="en-US" altLang="en-IN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61;g5fab984687_2_0"/>
          <p:cNvSpPr txBox="1">
            <a:spLocks noGrp="1"/>
          </p:cNvSpPr>
          <p:nvPr/>
        </p:nvSpPr>
        <p:spPr>
          <a:xfrm>
            <a:off x="407838" y="873305"/>
            <a:ext cx="5025142" cy="68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 b="1">
                <a:solidFill>
                  <a:srgbClr val="213163"/>
                </a:solidFill>
              </a:rPr>
              <a:t>Project Objectives</a:t>
            </a:r>
            <a:endParaRPr lang="en-US" sz="20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1265" y="1124611"/>
            <a:ext cx="4602826" cy="4613712"/>
          </a:xfrm>
          <a:prstGeom prst="rect">
            <a:avLst/>
          </a:prstGeom>
        </p:spPr>
      </p:pic>
      <p:sp>
        <p:nvSpPr>
          <p:cNvPr id="8" name="Google Shape;62;g5fab984687_2_0"/>
          <p:cNvSpPr txBox="1"/>
          <p:nvPr/>
        </p:nvSpPr>
        <p:spPr>
          <a:xfrm>
            <a:off x="407838" y="1715981"/>
            <a:ext cx="5369163" cy="318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182880" indent="-18288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/>
              <a:t>Problem Statement</a:t>
            </a:r>
            <a:endParaRPr lang="en-US" sz="1100"/>
          </a:p>
          <a:p>
            <a:pPr marL="182880" indent="-18288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/>
              <a:t>Project Overview – Introduction</a:t>
            </a:r>
            <a:endParaRPr lang="en-US" sz="1600"/>
          </a:p>
          <a:p>
            <a:pPr marL="182880" indent="-18288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/>
              <a:t>End Users</a:t>
            </a:r>
            <a:endParaRPr lang="en-US" sz="1600"/>
          </a:p>
          <a:p>
            <a:pPr marL="182880" indent="-18288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/>
              <a:t>Wow Factor in Project</a:t>
            </a:r>
            <a:endParaRPr lang="en-US" sz="1600"/>
          </a:p>
          <a:p>
            <a:pPr marL="182880" indent="-18288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/>
              <a:t>Modelling/Block Diagram/Flow of Project</a:t>
            </a:r>
            <a:endParaRPr lang="en-US" sz="1600"/>
          </a:p>
          <a:p>
            <a:pPr marL="182880" indent="-18288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/>
              <a:t>Result/outcomes</a:t>
            </a:r>
            <a:endParaRPr lang="en-US" sz="1600"/>
          </a:p>
          <a:p>
            <a:pPr marL="182880" indent="-18288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/>
              <a:t>Conclusion</a:t>
            </a:r>
            <a:endParaRPr lang="en-US" sz="1600"/>
          </a:p>
          <a:p>
            <a:pPr marL="182880" indent="-18288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/>
              <a:t>Future Perspective</a:t>
            </a:r>
            <a:endParaRPr lang="en-US" sz="1600"/>
          </a:p>
          <a:p>
            <a:pPr marL="182880" indent="-182880">
              <a:buFont typeface="Arial" panose="020B0604020202090204" pitchFamily="34" charset="0"/>
              <a:buChar char="•"/>
            </a:pP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creenshot 2026-07-17 at 3.22.13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35965"/>
            <a:ext cx="12191365" cy="61226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7-17 at 3.22.26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733425"/>
            <a:ext cx="12192000" cy="6124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creenshot 2026-07-17 at 3.22.4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734060"/>
            <a:ext cx="12191365" cy="6124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creenshot 2026-07-17 at 3.23.0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734060"/>
            <a:ext cx="12191365" cy="6123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creenshot 2026-07-17 at 3.22.55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714375"/>
            <a:ext cx="12192635" cy="61442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Jul 17, 2026, 03_39_37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535" y="748030"/>
            <a:ext cx="10371455" cy="61099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creenshot 2026-07-17 at 3.23.17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715645"/>
            <a:ext cx="12192635" cy="61423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creenshot 2026-07-17 at 3.23.27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725170"/>
            <a:ext cx="12192635" cy="6132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creenshot 2026-07-17 at 3.23.3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24535"/>
            <a:ext cx="12192635" cy="6133465"/>
          </a:xfrm>
          <a:prstGeom prst="rect">
            <a:avLst/>
          </a:prstGeom>
        </p:spPr>
      </p:pic>
      <p:pic>
        <p:nvPicPr>
          <p:cNvPr id="6" name="Picture 5" descr="grovia-home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520315"/>
            <a:ext cx="5520055" cy="4025265"/>
          </a:xfrm>
          <a:prstGeom prst="rect">
            <a:avLst/>
          </a:prstGeom>
        </p:spPr>
      </p:pic>
      <p:pic>
        <p:nvPicPr>
          <p:cNvPr id="7" name="Picture 6" descr="grovia-about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245" y="2520315"/>
            <a:ext cx="5420360" cy="40252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creenshot 2026-07-17 at 3.23.53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23265"/>
            <a:ext cx="12192000" cy="6134735"/>
          </a:xfrm>
          <a:prstGeom prst="rect">
            <a:avLst/>
          </a:prstGeom>
        </p:spPr>
      </p:pic>
      <p:pic>
        <p:nvPicPr>
          <p:cNvPr id="4" name="Picture 3" descr="grovia - da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" y="2416175"/>
            <a:ext cx="5625465" cy="4092575"/>
          </a:xfrm>
          <a:prstGeom prst="rect">
            <a:avLst/>
          </a:prstGeom>
        </p:spPr>
      </p:pic>
      <p:pic>
        <p:nvPicPr>
          <p:cNvPr id="5" name="Picture 4" descr="grovia-user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30" y="2416175"/>
            <a:ext cx="5601970" cy="40925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/>
          <p:cNvSpPr txBox="1"/>
          <p:nvPr/>
        </p:nvSpPr>
        <p:spPr>
          <a:xfrm>
            <a:off x="4315206" y="32145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  <p:pic>
        <p:nvPicPr>
          <p:cNvPr id="2" name="Picture 1" descr="Screenshot 2026-07-17 at 3.24.05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722630"/>
            <a:ext cx="12192635" cy="61633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7-17 at 3.24.15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728345"/>
            <a:ext cx="12191365" cy="61296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7-17 at 3.24.2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25805"/>
            <a:ext cx="12191365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7-17 at 3.24.3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734060"/>
            <a:ext cx="12192635" cy="60826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PROJECT_OPEN" val="0"/>
  <p:tag name="ARTICULATE_SLIDE_COUNT" val="59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c="http://schemas.microsoft.com/office/infopath/2007/PartnerControls" xmlns:xsi="http://www.w3.org/2001/XMLSchema-instance" xmlns:p="http://schemas.microsoft.com/office/2006/metadata/properties">
  <documentManagement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ma:contentTypeDescription="Create a new document." ma:versionID="7670618c03e54fbae4a17ecb2d0ed10f" ma:contentTypeID="0x0101000F1872188ABCFC48BECA6C87E8AC3285" ma:contentTypeScope="" ct:_="" ma:_="" ma:contentTypeName="Document" ma:contentTypeVersion="15">
  <xsd:schema xmlns:ns3="9162bd5b-4ed9-4da3-b376-05204580ba3f" xmlns:ns4="c0fa2617-96bd-425d-8578-e93563fe37c5" xmlns:xsd="http://www.w3.org/2001/XMLSchema" xmlns:xs="http://www.w3.org/2001/XMLSchema" xmlns:p="http://schemas.microsoft.com/office/2006/metadata/properties" targetNamespace="http://schemas.microsoft.com/office/2006/metadata/properties" ma:root="true" ns3:_="" ma:fieldsID="3d63de1c5a217044e31e0c8b260d3d71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ma:displayName="MediaServiceMetadata" ma:index="8" ma:readOnly="true" ma:hidden="true" name="MediaServiceMetadata" ma:internalName="MediaServiceMetadata" nillable="true">
      <xsd:simpleType>
        <xsd:restriction base="dms:Note"/>
      </xsd:simpleType>
    </xsd:element>
    <xsd:element ma:displayName="MediaServiceFastMetadata" ma:index="9" ma:readOnly="true" ma:hidden="true" name="MediaServiceFastMetadata" ma:internalName="MediaServiceFastMetadata" nillable="true">
      <xsd:simpleType>
        <xsd:restriction base="dms:Note"/>
      </xsd:simpleType>
    </xsd:element>
    <xsd:element ma:displayName="Tags" ma:index="13" ma:readOnly="true" name="MediaServiceAutoTags" ma:internalName="MediaServiceAutoTags" nillable="true">
      <xsd:simpleType>
        <xsd:restriction base="dms:Text"/>
      </xsd:simpleType>
    </xsd:element>
    <xsd:element ma:displayName="Extracted Text" ma:index="14" ma:readOnly="true" name="MediaServiceOCR" ma:internalName="MediaServiceOCR" nillable="true">
      <xsd:simpleType>
        <xsd:restriction base="dms:Note">
          <xsd:maxLength value="255"/>
        </xsd:restriction>
      </xsd:simpleType>
    </xsd:element>
    <xsd:element ma:displayName="MediaServiceGenerationTime" ma:index="15" ma:readOnly="true" ma:hidden="true" name="MediaServiceGenerationTime" ma:internalName="MediaServiceGenerationTime" nillable="true">
      <xsd:simpleType>
        <xsd:restriction base="dms:Text"/>
      </xsd:simpleType>
    </xsd:element>
    <xsd:element ma:displayName="MediaServiceEventHashCode" ma:index="16" ma:readOnly="true" ma:hidden="true" name="MediaServiceEventHashCode" ma:internalName="MediaServiceEventHashCode" nillable="true">
      <xsd:simpleType>
        <xsd:restriction base="dms:Text"/>
      </xsd:simpleType>
    </xsd:element>
    <xsd:element ma:displayName="MediaServiceAutoKeyPoints" ma:index="17" ma:readOnly="true" ma:hidden="true" name="MediaServiceAutoKeyPoints" ma:internalName="MediaServiceAutoKeyPoints" nillable="true">
      <xsd:simpleType>
        <xsd:restriction base="dms:Note"/>
      </xsd:simpleType>
    </xsd:element>
    <xsd:element ma:displayName="KeyPoints" ma:index="18" ma:readOnly="true" name="MediaServiceKeyPoints" ma:internalName="MediaServiceKeyPoints" nillable="true">
      <xsd:simpleType>
        <xsd:restriction base="dms:Note">
          <xsd:maxLength value="255"/>
        </xsd:restriction>
      </xsd:simpleType>
    </xsd:element>
    <xsd:element ma:displayName="MediaServiceDateTaken" ma:index="19" ma:readOnly="true" ma:hidden="true" name="MediaServiceDateTaken" ma:internalName="MediaServiceDateTaken" nillable="true">
      <xsd:simpleType>
        <xsd:restriction base="dms:Text"/>
      </xsd:simpleType>
    </xsd:element>
    <xsd:element ma:displayName="Length (seconds)" ma:index="20" ma:readOnly="true" name="MediaLengthInSeconds" ma:internalName="MediaLengthInSeconds" nillable="true">
      <xsd:simpleType>
        <xsd:restriction base="dms:Unknown"/>
      </xsd:simpleType>
    </xsd:element>
    <xsd:element ma:displayName="Location" ma:index="21" ma:readOnly="true" name="MediaServiceLocation" ma:internalName="MediaServiceLocation" nillable="true">
      <xsd:simpleType>
        <xsd:restriction base="dms:Text"/>
      </xsd:simpleType>
    </xsd:element>
    <xsd:element ma:displayName="_activity" ma:index="22" ma:hidden="true" name="_activity" ma:internalName="_activity" nillable="true">
      <xsd:simpleType>
        <xsd:restriction base="dms:Note"/>
      </xsd:simple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ma:displayName="Shared With" ma:index="10" ma:readOnly="true" name="SharedWithUsers" ma:internalName="SharedWithUsers" nillable="true">
      <xsd:complexType>
        <xsd:complexContent>
          <xsd:extension base="dms:UserMulti">
            <xsd:sequence>
              <xsd:element name="UserInfo" maxOccurs="unbounded" minOccurs="0">
                <xsd:complexType>
                  <xsd:sequence>
                    <xsd:element type="xsd:string" name="DisplayName" minOccurs="0"/>
                    <xsd:element type="dms:UserId" name="AccountId" minOccurs="0" nillable="true"/>
                    <xsd:element type="xsd:string" name="AccountType" minOccurs="0"/>
                  </xsd:sequence>
                </xsd:complexType>
              </xsd:element>
            </xsd:sequence>
          </xsd:extension>
        </xsd:complexContent>
      </xsd:complexType>
    </xsd:element>
    <xsd:element ma:displayName="Shared With Details" ma:index="11" ma:readOnly="true" name="SharedWithDetails" ma:internalName="SharedWithDetails" nillable="true">
      <xsd:simpleType>
        <xsd:restriction base="dms:Note">
          <xsd:maxLength value="255"/>
        </xsd:restriction>
      </xsd:simpleType>
    </xsd:element>
    <xsd:element ma:displayName="Sharing Hint Hash" ma:index="12" ma:readOnly="true" ma:hidden="true" name="SharingHintHash" ma:internalName="SharingHintHash" nillable="true">
      <xsd:simpleType>
        <xsd:restriction base="dms:Text"/>
      </xsd:simpleType>
    </xsd:element>
  </xsd:schema>
  <xsd:schema xmlns:dc="http://purl.org/dc/elements/1.1/" xmlns:dcterms="http://purl.org/dc/terms/" xmlns:odoc="http://schemas.microsoft.com/internal/obd" xmlns="http://schemas.openxmlformats.org/package/2006/metadata/core-properties" xmlns:xsd="http://www.w3.org/2001/XMLSchema" xmlns:xsi="http://www.w3.org/2001/XMLSchema-instance" attributeFormDefault="unqualified" targetNamespace="http://schemas.openxmlformats.org/package/2006/metadata/core-properties" blockDefault="#all" elementFormDefault="qualified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type="CT_coreProperties" name="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ma:displayName="Content Type" ma:index="0" type="xsd:string" name="contentType" maxOccurs="1" minOccurs="0"/>
        <xsd:element ma:displayName="Title" ref="dc:title" ma:index="4" maxOccurs="1" minOccurs="0"/>
        <xsd:element ref="dc:subject" maxOccurs="1" minOccurs="0"/>
        <xsd:element ref="dc:description" maxOccurs="1" minOccurs="0"/>
        <xsd:element type="xsd:string" name="keywords" maxOccurs="1" minOccurs="0"/>
        <xsd:element ref="dc:language" maxOccurs="1" minOccurs="0"/>
        <xsd:element type="xsd:string" name="category" maxOccurs="1" minOccurs="0"/>
        <xsd:element type="xsd:string" name="version" maxOccurs="1" minOccurs="0"/>
        <xsd:element type="xsd:string" name="revision" maxOccurs="1" minOccurs="0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type="xsd:string" name="lastModifiedBy" maxOccurs="1" minOccurs="0"/>
        <xsd:element ref="dcterms:modified" maxOccurs="1" minOccurs="0"/>
        <xsd:element type="xsd:string" name="contentStatus" maxOccurs="1" minOccurs="0"/>
      </xsd:all>
    </xsd:complexType>
  </xsd:schema>
  <xs:schema xmlns:pc="http://schemas.microsoft.com/office/infopath/2007/PartnerControls" xmlns:xs="http://www.w3.org/2001/XMLSchema" attributeFormDefault="unqualified" targetNamespace="http://schemas.microsoft.com/office/infopath/2007/PartnerControls" elementFormDefault="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2.xml><?xml version="1.0" encoding="utf-8"?>
<ds:datastoreItem xmlns:ds="http://schemas.openxmlformats.org/officeDocument/2006/customXml" ds:itemID="{A6559A34-456E-49A1-8157-9E3D18BFAD36}">
  <ds:schemaRefs/>
</ds:datastoreItem>
</file>

<file path=customXml/itemProps3.xml><?xml version="1.0" encoding="utf-8"?>
<ds:datastoreItem xmlns:ds="http://schemas.openxmlformats.org/officeDocument/2006/customXml" ds:itemID="{7D9E5D5E-A365-4A49-8140-C8CC82A61608}">
  <ds:schemaRefs/>
</ds:datastoreItem>
</file>

<file path=customXml/itemProps4.xml><?xml version="1.0" encoding="utf-8"?>
<ds:datastoreItem xmlns:ds="http://schemas.openxmlformats.org/officeDocument/2006/customXml" ds:itemID="{3706AB80-2608-47D7-8AC8-FA6BC8A9B27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WPS Docs</Application>
  <PresentationFormat>Widescreen</PresentationFormat>
  <Paragraphs>23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SimSun</vt:lpstr>
      <vt:lpstr>Wingdings</vt:lpstr>
      <vt:lpstr>Arial</vt:lpstr>
      <vt:lpstr>Times New Roman</vt:lpstr>
      <vt:lpstr>Microsoft YaHei</vt:lpstr>
      <vt:lpstr>汉仪旗黑</vt:lpstr>
      <vt:lpstr>Arial Unicode MS</vt:lpstr>
      <vt:lpstr>Arial Bold</vt:lpstr>
      <vt:lpstr>宋体-简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Aditya Biranje</cp:lastModifiedBy>
  <cp:revision>2</cp:revision>
  <dcterms:created xsi:type="dcterms:W3CDTF">2026-07-17T10:19:03Z</dcterms:created>
  <dcterms:modified xsi:type="dcterms:W3CDTF">2026-07-17T10:19:03Z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9933309E-0FFA-4A0C-99DC-6F95618B9D68</vt:lpwstr>
  </property>
  <property fmtid="{D5CDD505-2E9C-101B-9397-08002B2CF9AE}" pid="4" name="ArticulatePath">
    <vt:lpwstr>https://edunetfoundationorg-my.sharepoint.com/personal/kaisar_edunetfoundation_org/Documents/Beutified ppt/Microsoft Shell/Skills4Future/Temp</vt:lpwstr>
  </property>
  <property fmtid="{D5CDD505-2E9C-101B-9397-08002B2CF9AE}" pid="5" name="KSOProductBuildVer">
    <vt:lpwstr>1033-12.1.25897.25897</vt:lpwstr>
  </property>
  <property fmtid="{D5CDD505-2E9C-101B-9397-08002B2CF9AE}" pid="6" name="ICV">
    <vt:lpwstr>414546A4B7FD5E8C97015A6A2C189082_43</vt:lpwstr>
  </property>
</Properties>
</file>